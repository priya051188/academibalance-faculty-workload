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92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hyperlink" Target="AcademiBalance%20Demo%20Video.mp4" TargetMode="External"/><Relationship Id="rId4" Type="http://schemas.openxmlformats.org/officeDocument/2006/relationships/hyperlink" Target="https://drive.google.com/file/d/1Oe9vHxTxeFHzSNwpXyKKK_6lkn4tho-4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4975875" y="4289314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4837773" y="447677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Dr. Priya. 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545599" y="4165490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2628833" y="434188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2566486" y="4461904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Priya@brindavancollege.com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141340" y="42356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Maheswari R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411847"/>
              </p:ext>
            </p:extLst>
          </p:nvPr>
        </p:nvGraphicFramePr>
        <p:xfrm>
          <a:off x="4663" y="3463064"/>
          <a:ext cx="4936267" cy="518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6267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AcademiBalance: An AI‑Driven Faculty Workload Time Allocation Assistant</a:t>
                      </a:r>
                      <a:endParaRPr lang="en-IN" sz="1400" b="1" kern="1200" dirty="0">
                        <a:solidFill>
                          <a:srgbClr val="0D358D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182693"/>
            <a:ext cx="50023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AI-driven workload assistant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 transparent faculty allocation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Built with Excel, Power BI, Copilot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Uses TWH, CAH, and SALI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Supports fair planning decisions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279088"/>
            <a:ext cx="476291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Fragmented workload records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Fairness is hard to assess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Faculty and HODs are affected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Existing methods are too basic</a:t>
            </a:r>
          </a:p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Focus: college workload planning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254918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AI-driven workload assistant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Structured dataset and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Excel + Power BI + Copilot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Dashboard, simulation, chatbot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Fair and data-based allocation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3890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9688" y="84354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007308" y="827928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9688" y="8801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1790" y="13007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Excel sheets and Microsoft Forms capture faculty workload details such as teaching hours, lab hours, committee work, batch size, programme, and contract type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47388" y="835459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417740" y="827928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70248" y="8801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93107" y="1300740"/>
            <a:ext cx="4297211" cy="1401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Excel-based data cleaning, validation, and calculation of TWH, CAH, and SALI metrics.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701891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84448" y="2730661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5408" y="2717503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35408" y="3127844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Copilot-based narrative summaries; Forms and Power Automate for updates; chatbot support for natural-language workload queries.</a:t>
            </a:r>
          </a:p>
        </p:txBody>
      </p:sp>
      <p:sp>
        <p:nvSpPr>
          <p:cNvPr id="18" name="Shape 16"/>
          <p:cNvSpPr/>
          <p:nvPr/>
        </p:nvSpPr>
        <p:spPr>
          <a:xfrm>
            <a:off x="4647388" y="2713638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428978" y="2730661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04538" y="2759451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234955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Dashboard visuals, Copilot summaries, and chatbot responses support decisions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1460" y="2328598"/>
            <a:ext cx="2788920" cy="4966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Interactive Power BI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" y="2957002"/>
            <a:ext cx="2514600" cy="1609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/>
              <a:t>KPI cards, programme charts, faculty table, and slicers for interactive workload analysis.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AI Summary with Microsoft Copilot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/>
              <a:t>AI-generated summary explains workload patterns in simple natural language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Faculty View and Planning Support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/>
              <a:t>Identifies overloaded, balanced, and underloaded faculty for better allocation planning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hlinkClick r:id="rId4"/>
              </a:rPr>
              <a:t>https://drive.google.com/file/d/1Oe9vHxTxeFHzSNwpXyKKK_6lkn4tho-4/view?usp=sharing</a:t>
            </a:r>
            <a:r>
              <a:rPr lang="en-US" sz="900" dirty="0"/>
              <a:t> </a:t>
            </a: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86200" y="2129247"/>
            <a:ext cx="1360842" cy="9835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 </a:t>
            </a:r>
            <a:r>
              <a:rPr lang="en-US" sz="1100" dirty="0"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AcademiBalance Demo Video.mp4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Developed AcademiBalance as an AI-assisted faculty workload planning system.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Built workload metrics (TWH, CAH, SALI) and an interactive Power BI dashboard.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Found that adjusted metrics reveal hidden imbalance better than contact hours alone.</a:t>
            </a:r>
          </a:p>
          <a:p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Demonstrated a scalable model for transparent, fair, and data-driven academic planning.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1082104"/>
            <a:ext cx="540157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 AcademiBalance with </a:t>
            </a:r>
            <a:r>
              <a:rPr lang="en-US" b="1" dirty="0"/>
              <a:t>real institutional workload data</a:t>
            </a:r>
            <a:r>
              <a:rPr lang="en-US" dirty="0"/>
              <a:t> after administrative approval and data-governance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 the model from </a:t>
            </a:r>
            <a:r>
              <a:rPr lang="en-US" b="1" dirty="0"/>
              <a:t>descriptive and diagnostic analytics</a:t>
            </a:r>
            <a:r>
              <a:rPr lang="en-US" dirty="0"/>
              <a:t> to </a:t>
            </a:r>
            <a:r>
              <a:rPr lang="en-US" b="1" dirty="0"/>
              <a:t>predictive planning and workload optimization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 </a:t>
            </a:r>
            <a:r>
              <a:rPr lang="en-US" b="1" dirty="0"/>
              <a:t>Power Apps or web-based front end</a:t>
            </a:r>
            <a:r>
              <a:rPr lang="en-US" dirty="0"/>
              <a:t> so Heads of Department can update workload inputs more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 </a:t>
            </a:r>
            <a:r>
              <a:rPr lang="en-US" b="1" dirty="0"/>
              <a:t>live chatbot integration</a:t>
            </a:r>
            <a:r>
              <a:rPr lang="en-US" dirty="0"/>
              <a:t> for natural-language queries on overload, programme-wise load, and faculty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 </a:t>
            </a:r>
            <a:r>
              <a:rPr lang="en-US" b="1" dirty="0"/>
              <a:t>what-if scenario planning</a:t>
            </a:r>
            <a:r>
              <a:rPr lang="en-US" dirty="0"/>
              <a:t> so timetable changes can be tested before final allocation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563" y="879613"/>
            <a:ext cx="3880437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481</Words>
  <Application>Microsoft Office PowerPoint</Application>
  <PresentationFormat>On-screen Show (16:9)</PresentationFormat>
  <Paragraphs>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Murali Chandran</cp:lastModifiedBy>
  <cp:revision>40</cp:revision>
  <dcterms:created xsi:type="dcterms:W3CDTF">2026-02-18T09:17:23Z</dcterms:created>
  <dcterms:modified xsi:type="dcterms:W3CDTF">2026-04-20T10:29:34Z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